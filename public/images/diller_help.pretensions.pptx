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20680"/>
            <a:ext cx="1097172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480" y="220680"/>
            <a:ext cx="1097172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页面-上"/>
          <p:cNvSpPr/>
          <p:nvPr/>
        </p:nvSpPr>
        <p:spPr>
          <a:xfrm>
            <a:off x="5778360" y="-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页面-下"/>
          <p:cNvSpPr/>
          <p:nvPr/>
        </p:nvSpPr>
        <p:spPr>
          <a:xfrm>
            <a:off x="5778360" y="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页面-上"/>
          <p:cNvSpPr/>
          <p:nvPr/>
        </p:nvSpPr>
        <p:spPr>
          <a:xfrm>
            <a:off x="5778360" y="-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页面-下"/>
          <p:cNvSpPr/>
          <p:nvPr/>
        </p:nvSpPr>
        <p:spPr>
          <a:xfrm>
            <a:off x="5778360" y="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</a:t>
            </a:r>
            <a:r>
              <a:rPr b="0" lang="ru-RU" sz="1800" spc="-1" strike="noStrike">
                <a:latin typeface="Arial"/>
              </a:rPr>
              <a:t>заглавия щёлкните </a:t>
            </a:r>
            <a:r>
              <a:rPr b="0" lang="ru-RU" sz="1800" spc="-1" strike="noStrike">
                <a:latin typeface="Arial"/>
              </a:rPr>
              <a:t>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: Rounded Corners 20"/>
          <p:cNvSpPr/>
          <p:nvPr/>
        </p:nvSpPr>
        <p:spPr>
          <a:xfrm>
            <a:off x="8571240" y="0"/>
            <a:ext cx="3619800" cy="685692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17bff"/>
              </a:gs>
              <a:gs pos="100000">
                <a:srgbClr val="67b0ff"/>
              </a:gs>
            </a:gsLst>
            <a:lin ang="27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图片 36"/>
          <p:cNvSpPr/>
          <p:nvPr/>
        </p:nvSpPr>
        <p:spPr>
          <a:xfrm>
            <a:off x="6987600" y="1417320"/>
            <a:ext cx="4516920" cy="4022280"/>
          </a:xfrm>
          <a:custGeom>
            <a:avLst/>
            <a:gdLst/>
            <a:ahLst/>
            <a:rect l="l" t="t" r="r" b="b"/>
            <a:pathLst>
              <a:path w="4795986" h="4270995">
                <a:moveTo>
                  <a:pt x="170797" y="0"/>
                </a:moveTo>
                <a:lnTo>
                  <a:pt x="4625189" y="0"/>
                </a:lnTo>
                <a:cubicBezTo>
                  <a:pt x="4719518" y="0"/>
                  <a:pt x="4795986" y="76468"/>
                  <a:pt x="4795986" y="170797"/>
                </a:cubicBezTo>
                <a:lnTo>
                  <a:pt x="4795986" y="4100198"/>
                </a:lnTo>
                <a:cubicBezTo>
                  <a:pt x="4795986" y="4194527"/>
                  <a:pt x="4719518" y="4270995"/>
                  <a:pt x="4625189" y="4270995"/>
                </a:cubicBezTo>
                <a:lnTo>
                  <a:pt x="170797" y="4270995"/>
                </a:lnTo>
                <a:cubicBezTo>
                  <a:pt x="76468" y="4270995"/>
                  <a:pt x="0" y="4194527"/>
                  <a:pt x="0" y="4100198"/>
                </a:cubicBezTo>
                <a:lnTo>
                  <a:pt x="0" y="170797"/>
                </a:lnTo>
                <a:cubicBezTo>
                  <a:pt x="0" y="76468"/>
                  <a:pt x="76468" y="0"/>
                  <a:pt x="170797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  <a:effectLst>
            <a:outerShdw blurRad="558720" dir="5400000" dist="507960" rotWithShape="0">
              <a:srgbClr val="003d8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直接连接符 13"/>
          <p:cNvSpPr/>
          <p:nvPr/>
        </p:nvSpPr>
        <p:spPr>
          <a:xfrm>
            <a:off x="533520" y="4286880"/>
            <a:ext cx="376560" cy="360"/>
          </a:xfrm>
          <a:prstGeom prst="line">
            <a:avLst/>
          </a:prstGeom>
          <a:ln cap="rnd" w="47520">
            <a:solidFill>
              <a:srgbClr val="017b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Box 1"/>
          <p:cNvSpPr/>
          <p:nvPr/>
        </p:nvSpPr>
        <p:spPr>
          <a:xfrm>
            <a:off x="436320" y="302760"/>
            <a:ext cx="7086960" cy="37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18202b"/>
                </a:solidFill>
                <a:latin typeface="Roboto Black"/>
                <a:ea typeface="Roboto"/>
              </a:rPr>
              <a:t>Дилерский кабинет. Акты сверки.</a:t>
            </a:r>
            <a:endParaRPr b="0" lang="ru-RU" sz="4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4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18202b"/>
                </a:solidFill>
                <a:latin typeface="Roboto Black"/>
                <a:ea typeface="Roboto"/>
              </a:rPr>
              <a:t>Инструкция по использованию.</a:t>
            </a:r>
            <a:endParaRPr b="0" lang="ru-RU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文本框 33"/>
          <p:cNvSpPr/>
          <p:nvPr/>
        </p:nvSpPr>
        <p:spPr>
          <a:xfrm>
            <a:off x="384840" y="1033560"/>
            <a:ext cx="12214800" cy="61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1.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При нажатии на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Акты сверки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, откроется страница списка актов сверки.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2.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В данной странице вы можете запросить акт сверки, который потом необходимо подписать.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АКТЫ СВЕРКИ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9540000" y="1339560"/>
            <a:ext cx="2015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Переход к странице актов сверки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92840" y="1430640"/>
            <a:ext cx="7380000" cy="80136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 flipH="1">
            <a:off x="6300000" y="1584000"/>
            <a:ext cx="3168000" cy="36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604800" y="3352680"/>
            <a:ext cx="6595200" cy="312732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 flipV="1">
            <a:off x="1433520" y="5216400"/>
            <a:ext cx="6480" cy="126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Box 2"/>
          <p:cNvSpPr/>
          <p:nvPr/>
        </p:nvSpPr>
        <p:spPr>
          <a:xfrm>
            <a:off x="504360" y="6487560"/>
            <a:ext cx="2015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д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т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р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 flipH="1" flipV="1">
            <a:off x="2522520" y="5221080"/>
            <a:ext cx="897480" cy="125892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5"/>
          <p:cNvSpPr/>
          <p:nvPr/>
        </p:nvSpPr>
        <p:spPr>
          <a:xfrm>
            <a:off x="2880000" y="6480000"/>
            <a:ext cx="2015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Фильтрация заявок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по периоду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 1"/>
          <p:cNvSpPr/>
          <p:nvPr/>
        </p:nvSpPr>
        <p:spPr>
          <a:xfrm>
            <a:off x="384840" y="1033560"/>
            <a:ext cx="12214800" cy="102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3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ч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ь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х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ь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ю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щ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ц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: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!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щ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й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й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ь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ч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щ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ц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ц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Ы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В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Р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И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.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О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Ф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О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Р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М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Л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Н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И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.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10080000" y="2880000"/>
            <a:ext cx="2015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д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т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ь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у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д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л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п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л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у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ч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т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р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578160" y="1800000"/>
            <a:ext cx="3561840" cy="123804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 flipV="1">
            <a:off x="2340000" y="2160000"/>
            <a:ext cx="2744640" cy="54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084640" y="1620000"/>
            <a:ext cx="4455360" cy="324000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 flipH="1">
            <a:off x="8640000" y="3420000"/>
            <a:ext cx="1980000" cy="90108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5987880" y="5220000"/>
            <a:ext cx="6072120" cy="1211040"/>
          </a:xfrm>
          <a:prstGeom prst="rect">
            <a:avLst/>
          </a:prstGeom>
          <a:ln w="0">
            <a:noFill/>
          </a:ln>
        </p:spPr>
      </p:pic>
      <p:sp>
        <p:nvSpPr>
          <p:cNvPr id="102" name=""/>
          <p:cNvSpPr/>
          <p:nvPr/>
        </p:nvSpPr>
        <p:spPr>
          <a:xfrm flipV="1">
            <a:off x="3600000" y="2880000"/>
            <a:ext cx="1800000" cy="89892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V="1">
            <a:off x="3593880" y="3780000"/>
            <a:ext cx="1806120" cy="504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Box 12"/>
          <p:cNvSpPr/>
          <p:nvPr/>
        </p:nvSpPr>
        <p:spPr>
          <a:xfrm>
            <a:off x="1044360" y="3548160"/>
            <a:ext cx="2555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Необходимо выбрать правильное юридическое лицо и указать желаемый год (оба поля - обязательны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2"/>
          <p:cNvSpPr/>
          <p:nvPr/>
        </p:nvSpPr>
        <p:spPr>
          <a:xfrm>
            <a:off x="384840" y="1033560"/>
            <a:ext cx="12214800" cy="58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5.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Акты сверки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могут иметь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следующие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значения в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поле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таблицы актов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сверки: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Создана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заявка на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- Статус,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который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присваивает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ся при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создании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заявки на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 сверки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Первичный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статус,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обозначающ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ий, что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заявка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принята 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находится в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обработке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Сформиров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ан,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необходимо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подписать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Статус,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означающий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что акт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сверки и Вам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требуется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его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подписать.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Подписан и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отправлен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на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обработку/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Подписан и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принят на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обработку</a:t>
            </a:r>
            <a:r>
              <a:rPr b="0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Статус, 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обозначающ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ий, что Вы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прикрепили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подписанны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й акт сверки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 теперь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происходит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его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обработка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Подписан </a:t>
            </a: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неверно, </a:t>
            </a: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отправьте </a:t>
            </a: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заново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Вам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необходимо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прикрепить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другой файл 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для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дальнейшей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обработки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78df27"/>
                </a:solidFill>
                <a:latin typeface="Roboto"/>
                <a:ea typeface="Roboto"/>
              </a:rPr>
              <a:t>Выполнен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Все шаги по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согласовани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ю акта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сверки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пройдены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успешно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Отменён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отмены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акта сверки.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Никаких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функций не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предоставля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ется.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Ы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В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Р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И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.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У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Ы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框 3"/>
          <p:cNvSpPr/>
          <p:nvPr/>
        </p:nvSpPr>
        <p:spPr>
          <a:xfrm>
            <a:off x="384840" y="1033560"/>
            <a:ext cx="122148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6.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 статусах: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Подписан и отправлен на обработку/Подписан и принят на обработку</a:t>
            </a:r>
            <a:r>
              <a:rPr b="0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 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Подписан неверно, отправьте заново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Вам необходимо загрузить файл с подписанным актом сверки следуя следующим шагам: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АКТЫ СВЕРКИ. СТАТУСЫ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384840" y="3050640"/>
            <a:ext cx="7207560" cy="3249360"/>
          </a:xfrm>
          <a:prstGeom prst="rect">
            <a:avLst/>
          </a:prstGeom>
          <a:ln w="0">
            <a:noFill/>
          </a:ln>
        </p:spPr>
      </p:pic>
      <p:sp>
        <p:nvSpPr>
          <p:cNvPr id="110" name=""/>
          <p:cNvSpPr/>
          <p:nvPr/>
        </p:nvSpPr>
        <p:spPr>
          <a:xfrm flipV="1">
            <a:off x="7020000" y="4320000"/>
            <a:ext cx="1080000" cy="144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8129160" y="3000960"/>
            <a:ext cx="4110840" cy="275904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 flipV="1">
            <a:off x="7200000" y="4500000"/>
            <a:ext cx="2009160" cy="198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Box 7"/>
          <p:cNvSpPr/>
          <p:nvPr/>
        </p:nvSpPr>
        <p:spPr>
          <a:xfrm>
            <a:off x="3960000" y="6480000"/>
            <a:ext cx="48600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Вам необходимо кликнуть сюда и выбрать нужный файл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 flipH="1" flipV="1">
            <a:off x="10260000" y="5400000"/>
            <a:ext cx="360000" cy="90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Box 8"/>
          <p:cNvSpPr/>
          <p:nvPr/>
        </p:nvSpPr>
        <p:spPr>
          <a:xfrm>
            <a:off x="9169200" y="6381360"/>
            <a:ext cx="30121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Отправить в обработку загруженный акт сверки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2022-08-04T09:39:11Z</dcterms:created>
  <dc:creator/>
  <dc:description/>
  <dc:language>ru-RU</dc:language>
  <cp:lastModifiedBy/>
  <dcterms:modified xsi:type="dcterms:W3CDTF">2026-08-06T18:07:20Z</dcterms:modified>
  <cp:revision>43</cp:revision>
  <dc:subject/>
  <dc:title>WPS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2A6DA6902FE449FCA4DFA85732914F52</vt:lpwstr>
  </property>
  <property fmtid="{D5CDD505-2E9C-101B-9397-08002B2CF9AE}" pid="3" name="KSOProductBuildVer">
    <vt:lpwstr>1033-11.2.0.11251</vt:lpwstr>
  </property>
  <property fmtid="{D5CDD505-2E9C-101B-9397-08002B2CF9AE}" pid="4" name="PresentationFormat">
    <vt:lpwstr>宽屏</vt:lpwstr>
  </property>
  <property fmtid="{D5CDD505-2E9C-101B-9397-08002B2CF9AE}" pid="5" name="Slides">
    <vt:r8>25</vt:r8>
  </property>
</Properties>
</file>