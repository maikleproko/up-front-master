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  <Override PartName="/feat-data/psNames.xml" ContentType="application/xml"/>
  <Override PartName="/ppt/feat-data/page-layouts/page-layout-dcd5ed74-e7eb-4c62-821e-9f550ad71006.xml" ContentType="application/xml"/>
  <Override PartName="/feat-data/motion.xml" ContentType="application/xml"/>
  <Override PartName="/ppt/webextensions/webextension1.xml" ContentType="application/vnd.ms-office.webextension+xml"/>
  <Override PartName="/ppt/webextensions/taskpanes.xml" ContentType="application/vnd.ms-office.webextensiontaskpanes+xml"/>
</Types>
</file>

<file path=_rels/.rels><?xml version="1.0" encoding="UTF-8" standalone="yes"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FeatPsNames" Type="http://schemas.featpaper.com/relationships/psNames" Target="feat-data/psNames.xml"/><Relationship Id="rIdFeatMotion" Type="http://schemas.featpaper.com/relationships/motion" Target="feat-data/motion.xml"/><Relationship Id="rId4" Type="http://schemas.microsoft.com/office/2011/relationships/webextensiontaskpanes" Target="ppt/webextensions/taskpanes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23152100" cy="15887700"/>
  <p:notesSz cx="15887700" cy="23152100"/>
  <p:embeddedFontLst>
    <p:embeddedFont>
      <p:font typeface="Open Sans Bold" pitchFamily="2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feat-data/page-layouts/page-layout-dcd5ed74-e7eb-4c62-821e-9f550ad71006.xml><?xml version="1.0" encoding="utf-8"?>
<featPageLayout xmlns="http://schemas.featpaper.com/pptx/page-layout" version="1" width="1823" height="1251" source="figma" sourceId="9:28" name="Frame 1" exportedIndex="0" deckWidth="1823" deckHeight="1251"/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-1-1.png"></Relationship>
  <Relationship Id="rId2" Type="http://schemas.openxmlformats.org/officeDocument/2006/relationships/image" Target="../media/image-1-2.png"></Relationship>
  <Relationship Id="rId3" Type="http://schemas.openxmlformats.org/officeDocument/2006/relationships/image" Target="../media/image-1-3.png"></Relationship>
  <Relationship Id="rId4" Type="http://schemas.openxmlformats.org/officeDocument/2006/relationships/image" Target="../media/image-1-4.png"></Relationship>
  <Relationship Id="rId5" Type="http://schemas.openxmlformats.org/officeDocument/2006/relationships/image" Target="../media/image-1-5.png"></Relationship>
  <Relationship Id="rId6" Type="http://schemas.openxmlformats.org/officeDocument/2006/relationships/image" Target="../media/image-1-6.png"></Relationship>
  <Relationship Id="rId7" Type="http://schemas.openxmlformats.org/officeDocument/2006/relationships/image" Target="../media/image-1-7.png"></Relationship>
  <Relationship Id="rId8" Type="http://schemas.openxmlformats.org/officeDocument/2006/relationships/image" Target="../media/image-1-8.png"></Relationship>
  <Relationship Id="rId9" Type="http://schemas.openxmlformats.org/officeDocument/2006/relationships/image" Target="../media/image-1-9.png"></Relationship>
  <Relationship Id="rId10" Type="http://schemas.openxmlformats.org/officeDocument/2006/relationships/image" Target="../media/image-1-10.png"></Relationship>
  <Relationship Id="rId11" Type="http://schemas.openxmlformats.org/officeDocument/2006/relationships/image" Target="../media/image-1-11.png"></Relationship>
  <Relationship Id="rId12" Type="http://schemas.openxmlformats.org/officeDocument/2006/relationships/image" Target="../media/image-1-12.png"></Relationship>
  <Relationship Id="rId13" Type="http://schemas.openxmlformats.org/officeDocument/2006/relationships/slideLayout" Target="../slideLayouts/slideLayout1.xml"></Relationship>
  <Relationship Id="rId14" Type="http://schemas.openxmlformats.org/officeDocument/2006/relationships/notesSlide" Target="../notesSlides/notesSlide1.xml"></Relationship>
  <Relationship Id="rIdFeatPageLayout" Type="http://schemas.featpaper.com/relationships/page-layout" Target="../feat-data/page-layouts/page-layout-dcd5ed74-e7eb-4c62-821e-9f550ad71006.xml"></Relationship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tpaper-node:1:3" descr="ima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152100" cy="7645400"/>
          </a:xfrm>
          <a:prstGeom prst="rect">
            <a:avLst/>
          </a:prstGeom>
        </p:spPr>
      </p:pic>
      <p:pic>
        <p:nvPicPr>
          <p:cNvPr id="3" name="featpaper-node:1:6" descr="imag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9200"/>
            <a:ext cx="23087067" cy="4508500"/>
          </a:xfrm>
          <a:prstGeom prst="rect">
            <a:avLst/>
          </a:prstGeom>
        </p:spPr>
      </p:pic>
      <p:pic>
        <p:nvPicPr>
          <p:cNvPr id="4" name="featpaper-node:1:8" descr="Rectangle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48500"/>
            <a:ext cx="23152100" cy="4330700"/>
          </a:xfrm>
          <a:prstGeom prst="rect">
            <a:avLst/>
          </a:prstGeom>
        </p:spPr>
      </p:pic>
      <p:sp>
        <p:nvSpPr>
          <p:cNvPr id="5" name="featpaper-node:1:9"/>
          <p:cNvSpPr/>
          <p:nvPr/>
        </p:nvSpPr>
        <p:spPr>
          <a:xfrm>
            <a:off x="4025900" y="7408515"/>
            <a:ext cx="150571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6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Серии продукции</a:t>
            </a:r>
            <a:endParaRPr lang="en-US" sz="2400" dirty="0"/>
          </a:p>
        </p:txBody>
      </p:sp>
      <p:sp>
        <p:nvSpPr>
          <p:cNvPr id="6" name="featpaper-node:2:31"/>
          <p:cNvSpPr/>
          <p:nvPr/>
        </p:nvSpPr>
        <p:spPr>
          <a:xfrm>
            <a:off x="4318000" y="9636398"/>
            <a:ext cx="250952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Для периодических и непродолжительных работ</a:t>
            </a:r>
            <a:endParaRPr lang="en-US" sz="1300" dirty="0"/>
          </a:p>
        </p:txBody>
      </p:sp>
      <p:sp>
        <p:nvSpPr>
          <p:cNvPr id="7" name="featpaper-node:2:33"/>
          <p:cNvSpPr/>
          <p:nvPr/>
        </p:nvSpPr>
        <p:spPr>
          <a:xfrm>
            <a:off x="7315200" y="9627933"/>
            <a:ext cx="250952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Для пользователей, постоянно использующих электроинструменты, ограниченно подходит для профессионального применения</a:t>
            </a:r>
            <a:endParaRPr lang="en-US" sz="1300" dirty="0"/>
          </a:p>
        </p:txBody>
      </p:sp>
      <p:sp>
        <p:nvSpPr>
          <p:cNvPr id="8" name="featpaper-node:2:35"/>
          <p:cNvSpPr/>
          <p:nvPr/>
        </p:nvSpPr>
        <p:spPr>
          <a:xfrm>
            <a:off x="10299700" y="9627933"/>
            <a:ext cx="250952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Для профессионального применения</a:t>
            </a:r>
            <a:endParaRPr lang="en-US" sz="1300" dirty="0"/>
          </a:p>
        </p:txBody>
      </p:sp>
      <p:sp>
        <p:nvSpPr>
          <p:cNvPr id="9" name="featpaper-node:2:37"/>
          <p:cNvSpPr/>
          <p:nvPr/>
        </p:nvSpPr>
        <p:spPr>
          <a:xfrm>
            <a:off x="13322300" y="9635511"/>
            <a:ext cx="250952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Для интенсивного профессионального использования в тяжелых условиях</a:t>
            </a:r>
            <a:endParaRPr lang="en-US" sz="1300" dirty="0"/>
          </a:p>
        </p:txBody>
      </p:sp>
      <p:sp>
        <p:nvSpPr>
          <p:cNvPr id="10" name="featpaper-node:2:39"/>
          <p:cNvSpPr/>
          <p:nvPr/>
        </p:nvSpPr>
        <p:spPr>
          <a:xfrm>
            <a:off x="16332200" y="9635914"/>
            <a:ext cx="250952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Алмазные диски с сегментами, приваренными лазером для наиболее тяжелых работ</a:t>
            </a:r>
            <a:endParaRPr lang="en-US" sz="1300" dirty="0"/>
          </a:p>
        </p:txBody>
      </p:sp>
      <p:pic>
        <p:nvPicPr>
          <p:cNvPr id="11" name="featpaper-node:2:23" descr="серия ЛАЗЕР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2200" y="8572500"/>
            <a:ext cx="2463800" cy="736600"/>
          </a:xfrm>
          <a:prstGeom prst="rect">
            <a:avLst/>
          </a:prstGeom>
        </p:spPr>
      </p:pic>
      <p:pic>
        <p:nvPicPr>
          <p:cNvPr id="12" name="featpaper-node:2:24" descr="серия МАСТЕР 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8572500"/>
            <a:ext cx="2463800" cy="736600"/>
          </a:xfrm>
          <a:prstGeom prst="rect">
            <a:avLst/>
          </a:prstGeom>
        </p:spPr>
      </p:pic>
      <p:pic>
        <p:nvPicPr>
          <p:cNvPr id="13" name="featpaper-node:2:25" descr="серия ПРОФИ 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2400" y="8572500"/>
            <a:ext cx="2463800" cy="736600"/>
          </a:xfrm>
          <a:prstGeom prst="rect">
            <a:avLst/>
          </a:prstGeom>
        </p:spPr>
      </p:pic>
      <p:pic>
        <p:nvPicPr>
          <p:cNvPr id="14" name="featpaper-node:2:26" descr="серия СДЕЛАЙ САМ 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0" y="8572500"/>
            <a:ext cx="2463800" cy="736600"/>
          </a:xfrm>
          <a:prstGeom prst="rect">
            <a:avLst/>
          </a:prstGeom>
        </p:spPr>
      </p:pic>
      <p:pic>
        <p:nvPicPr>
          <p:cNvPr id="15" name="featpaper-node:2:27" descr="серия ЭКСПЕРТ 1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22300" y="8572500"/>
            <a:ext cx="2463800" cy="736600"/>
          </a:xfrm>
          <a:prstGeom prst="rect">
            <a:avLst/>
          </a:prstGeom>
        </p:spPr>
      </p:pic>
      <p:pic>
        <p:nvPicPr>
          <p:cNvPr id="16" name="featpaper-node:2:41" descr="Line 1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3100" y="9169400"/>
            <a:ext cx="50800" cy="1054100"/>
          </a:xfrm>
          <a:prstGeom prst="rect">
            <a:avLst/>
          </a:prstGeom>
        </p:spPr>
      </p:pic>
      <p:pic>
        <p:nvPicPr>
          <p:cNvPr id="17" name="featpaper-node:2:49" descr="Line 11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0300" y="9169400"/>
            <a:ext cx="50800" cy="1054100"/>
          </a:xfrm>
          <a:prstGeom prst="rect">
            <a:avLst/>
          </a:prstGeom>
        </p:spPr>
      </p:pic>
      <p:pic>
        <p:nvPicPr>
          <p:cNvPr id="18" name="featpaper-node:2:51" descr="Line 1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17500" y="9169400"/>
            <a:ext cx="50800" cy="1054100"/>
          </a:xfrm>
          <a:prstGeom prst="rect">
            <a:avLst/>
          </a:prstGeom>
        </p:spPr>
      </p:pic>
      <p:pic>
        <p:nvPicPr>
          <p:cNvPr id="19" name="featpaper-node:2:53" descr="Line 13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27400" y="9169400"/>
            <a:ext cx="50800" cy="1054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2d7824-1b93-4cea-862a-d0599a055af4}">
  <we:reference id="wa200006521" version="1.0.0.1" store="ru-RU" storeType="OMEX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2026-08-04T14:55:22Z</dcterms:created>
  <dcterms:modified xsi:type="dcterms:W3CDTF">2026-08-04T14:55:22Z</dcterms:modified>
</cp:coreProperties>
</file>

<file path=feat-data/motion.xml><?xml version="1.0" encoding="utf-8"?>
<featMotionMap/>
</file>

<file path=feat-data/psNames.xml><?xml version="1.0" encoding="utf-8"?>
<psNames>
  <font family="Open Sans Bold" baseFamily="Open Sans" style="Bold" baseStyle="Bold" psName="OpenSansRoman-Bold"/>
</psNames>
</file>